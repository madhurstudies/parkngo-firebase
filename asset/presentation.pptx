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B87A"/>
    <a:srgbClr val="967200"/>
    <a:srgbClr val="6C0000"/>
    <a:srgbClr val="D6A300"/>
    <a:srgbClr val="381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1401" autoAdjust="0"/>
  </p:normalViewPr>
  <p:slideViewPr>
    <p:cSldViewPr snapToGrid="0">
      <p:cViewPr varScale="1">
        <p:scale>
          <a:sx n="49" d="100"/>
          <a:sy n="49" d="100"/>
        </p:scale>
        <p:origin x="151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D777B-9126-891B-FE0F-592702821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A73E94-DEAC-6E1F-2E84-163C78B1D2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966FA-F8A2-001D-CCB0-58687B065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7A3E1-F12B-4F4F-B3B8-B08DEA7A4CB7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87E97-6867-68DE-CB37-C946DA417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0ABB1-265B-68EF-8342-0915D7696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5E852-60F3-494D-AB8C-2D2148A8E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829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9C582-788B-9839-250A-2F05324A1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574E4-1E79-9CA2-92FF-5EDE8850A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F80AD-B0A4-5397-5B4F-6A99E969A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7A3E1-F12B-4F4F-B3B8-B08DEA7A4CB7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C9E54-193F-5EB1-E9D5-CC3205347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B8439-F7DA-2656-A906-30C32DCDC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5E852-60F3-494D-AB8C-2D2148A8E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431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D9360-2640-1313-4B37-FA0537DE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70049-90AD-6A73-F504-41B2BC687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F3E3C-817E-171B-80A1-CAD86057C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7A3E1-F12B-4F4F-B3B8-B08DEA7A4CB7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B9078-D7A0-B4DB-8E29-5EC74972E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5D0A2-8C73-B071-B80E-86B441971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5E852-60F3-494D-AB8C-2D2148A8E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436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FB39E-3F14-7598-46CF-3E12ED7C2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26C7F-13B8-CD30-BF07-1B6FBCABA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71C195-065B-4AB1-F4C8-B0336EEB0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2FD62B-013D-A442-5F28-C9076C65F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7A3E1-F12B-4F4F-B3B8-B08DEA7A4CB7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98828-7326-97AD-2D59-E75A92369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308DB-B55C-1DA5-5108-E5F557312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5E852-60F3-494D-AB8C-2D2148A8E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064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F0DF5-4056-C44B-B4CB-5BB3D769F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37663-71BE-C69F-14F3-FE00172B9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D68518-1B1F-2E31-F74A-1B1AEC79CE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B4DB93-EBE2-3C90-E15C-89F75A4BB7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B5C0C3-09C4-9854-6912-3CBB814F8A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10E155-4D56-7D44-81DD-0114F50D4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7A3E1-F12B-4F4F-B3B8-B08DEA7A4CB7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63B216-3FF9-3EDC-02E7-C32A24CA8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B3FB1F-B072-7CA8-E2B7-1B285B55D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5E852-60F3-494D-AB8C-2D2148A8E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583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7B63E-2EC2-BED2-9A13-1F0F3B287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18A710-B5AA-0F81-B915-FD2AFCB88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7A3E1-F12B-4F4F-B3B8-B08DEA7A4CB7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409E09-04E6-7E00-D120-39F7839FD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F0F435-694C-4EF8-05DB-CEA39C32B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5E852-60F3-494D-AB8C-2D2148A8E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535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F87F81-40EB-61B6-6DC3-ADECF99EB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7A3E1-F12B-4F4F-B3B8-B08DEA7A4CB7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D0AFF2-592C-73D3-6A8A-7592BDBD3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9DDD5D-F5E0-AD9B-9C21-E48A06405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5E852-60F3-494D-AB8C-2D2148A8E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964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406E1-D4E2-CD46-1861-C24DB36B3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42007-8C04-E9E9-C358-5A2D10737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064F2F-C2E6-C20A-CEA1-411912E352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1F7146-B604-8815-9671-A3C093810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7A3E1-F12B-4F4F-B3B8-B08DEA7A4CB7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6F2DD3-5A31-925A-DB09-B7946E330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BA9CDC-5E27-BA0E-3F61-33E8A2027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5E852-60F3-494D-AB8C-2D2148A8E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8877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E88D8-CCAF-2C68-C8C5-35207B526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65C982-ED33-97CB-844E-3A738608A6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9A1EEB-D419-5556-245F-FD8CE8CEF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A8310D-5659-9D31-F350-BAFF84BE9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7A3E1-F12B-4F4F-B3B8-B08DEA7A4CB7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0D48D6-B880-5769-9D03-088B43674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312276-0406-7C2D-0CDB-8832FDC8B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5E852-60F3-494D-AB8C-2D2148A8E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339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68290-D688-F06C-4928-F16CB4680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400C29-1B3F-6BEA-35EB-D86DD6B6CD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01942-FBFA-497A-26AF-FA3451DA3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7A3E1-F12B-4F4F-B3B8-B08DEA7A4CB7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B759E-C793-091A-8A09-78DAFAA4A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D5094-8F2F-56DC-5B41-BA61C7C2E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5E852-60F3-494D-AB8C-2D2148A8E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232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CD59E3-A396-5C73-1CD1-31C9D0FCED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B5DAE-9C0F-18CE-2492-1A9219AFB0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E47B4-86BE-BD7E-21D0-D68DF7CEF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7A3E1-F12B-4F4F-B3B8-B08DEA7A4CB7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DDAB5-B2E3-70D9-E9D0-08E914A78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DC973-F417-15C5-64E7-9FC6D4752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5E852-60F3-494D-AB8C-2D2148A8E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016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381850"/>
            </a:gs>
            <a:gs pos="86000">
              <a:schemeClr val="tx1"/>
            </a:gs>
            <a:gs pos="24000">
              <a:schemeClr val="tx1"/>
            </a:gs>
            <a:gs pos="100000">
              <a:srgbClr val="2EB87A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8ACBD1-58EF-812A-3F28-ABE347AB7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3505E-03F5-2DD7-623F-5B07006CB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898DA-E1F0-8A61-EFD9-576D6566A0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07A3E1-F12B-4F4F-B3B8-B08DEA7A4CB7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1D487-BFB6-3CD2-FEA7-219642528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5A8E2-3209-A30C-037F-529F96F413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5E852-60F3-494D-AB8C-2D2148A8E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49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3000">
              <a:srgbClr val="381850"/>
            </a:gs>
            <a:gs pos="52000">
              <a:schemeClr val="tx1"/>
            </a:gs>
            <a:gs pos="81000">
              <a:srgbClr val="6C0000"/>
            </a:gs>
            <a:gs pos="32000">
              <a:srgbClr val="967200"/>
            </a:gs>
            <a:gs pos="100000">
              <a:srgbClr val="2EB87A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BB7483DB-3C14-BD70-B913-582502292E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4194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28C2AE-C2C4-7BC9-0A4F-5189B8981244}"/>
              </a:ext>
            </a:extLst>
          </p:cNvPr>
          <p:cNvSpPr txBox="1"/>
          <p:nvPr/>
        </p:nvSpPr>
        <p:spPr>
          <a:xfrm>
            <a:off x="3481341" y="1213009"/>
            <a:ext cx="5229317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3800" b="1" dirty="0" err="1">
                <a:solidFill>
                  <a:schemeClr val="bg1"/>
                </a:solidFill>
                <a:latin typeface="Agency FB" panose="020B0503020202020204" pitchFamily="34" charset="0"/>
              </a:rPr>
              <a:t>parkNgo</a:t>
            </a:r>
            <a:endParaRPr lang="en-IN" sz="13800" b="1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CAD036-454B-F9AD-5C64-D03DB776FE86}"/>
              </a:ext>
            </a:extLst>
          </p:cNvPr>
          <p:cNvSpPr txBox="1"/>
          <p:nvPr/>
        </p:nvSpPr>
        <p:spPr>
          <a:xfrm>
            <a:off x="3358711" y="4642009"/>
            <a:ext cx="54745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i="1" dirty="0">
                <a:solidFill>
                  <a:srgbClr val="00B0F0"/>
                </a:solidFill>
                <a:latin typeface="Bahnschrift SemiLight" panose="020B0502040204020203" pitchFamily="34" charset="0"/>
              </a:rPr>
              <a:t>Redefining parking problems</a:t>
            </a:r>
          </a:p>
        </p:txBody>
      </p:sp>
    </p:spTree>
    <p:extLst>
      <p:ext uri="{BB962C8B-B14F-4D97-AF65-F5344CB8AC3E}">
        <p14:creationId xmlns:p14="http://schemas.microsoft.com/office/powerpoint/2010/main" val="4285372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C6D62-0392-AFC2-5198-4F7BCE6C8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What &amp; Why Of “</a:t>
            </a:r>
            <a:r>
              <a:rPr lang="en-IN" dirty="0" err="1">
                <a:solidFill>
                  <a:srgbClr val="00B0F0"/>
                </a:solidFill>
              </a:rPr>
              <a:t>parkNgo</a:t>
            </a:r>
            <a:r>
              <a:rPr lang="en-IN" dirty="0">
                <a:solidFill>
                  <a:srgbClr val="00B0F0"/>
                </a:solidFill>
              </a:rPr>
              <a:t>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C8A07-71E1-64A5-5D44-F6DD8B13CC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7616253" cy="4351338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00"/>
                </a:solidFill>
              </a:rPr>
              <a:t>Unorganised parking management </a:t>
            </a:r>
          </a:p>
          <a:p>
            <a:r>
              <a:rPr lang="en-IN" b="1" dirty="0">
                <a:solidFill>
                  <a:srgbClr val="2EB87A"/>
                </a:solidFill>
              </a:rPr>
              <a:t>Increased average Occupancy</a:t>
            </a:r>
          </a:p>
          <a:p>
            <a:r>
              <a:rPr lang="en-IN" b="1" dirty="0">
                <a:solidFill>
                  <a:srgbClr val="2EB87A"/>
                </a:solidFill>
              </a:rPr>
              <a:t>Revenue Leakage</a:t>
            </a:r>
          </a:p>
          <a:p>
            <a:r>
              <a:rPr lang="en-IN" dirty="0">
                <a:solidFill>
                  <a:srgbClr val="FFFF00"/>
                </a:solidFill>
              </a:rPr>
              <a:t>Analytics and dynamic pricing</a:t>
            </a:r>
          </a:p>
          <a:p>
            <a:r>
              <a:rPr lang="en-IN" dirty="0">
                <a:solidFill>
                  <a:srgbClr val="FFFF00"/>
                </a:solidFill>
              </a:rPr>
              <a:t>No manual chaos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D33FF4-3BAC-0122-D438-7F881AFBD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89364" y="1825625"/>
            <a:ext cx="2764436" cy="435133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1079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79F6E-1D53-7BDC-213C-A1E41E455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The USP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8F497-B2BB-0141-361A-6E743ADC69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endParaRPr lang="en-IN" dirty="0">
              <a:solidFill>
                <a:srgbClr val="00B0F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8CF7CC-BA6C-2406-B0CA-5ABF257B77D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E3EF6D-E47A-0587-D224-995EC5979C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/>
          <a:lstStyle/>
          <a:p>
            <a:pPr algn="ctr"/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456CB0-526B-DAE4-274A-99A321D8DF7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2487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Fira Code SemiBold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28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Agency FB</vt:lpstr>
      <vt:lpstr>Arial</vt:lpstr>
      <vt:lpstr>Bahnschrift SemiLight</vt:lpstr>
      <vt:lpstr>Century Gothic</vt:lpstr>
      <vt:lpstr>Fira Code SemiBold</vt:lpstr>
      <vt:lpstr>Office Theme</vt:lpstr>
      <vt:lpstr>PowerPoint Presentation</vt:lpstr>
      <vt:lpstr>What &amp; Why Of “parkNgo”</vt:lpstr>
      <vt:lpstr>The USP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sahay.madhur1055@gmail.com</dc:creator>
  <cp:lastModifiedBy>sahay.madhur1055@gmail.com</cp:lastModifiedBy>
  <cp:revision>2</cp:revision>
  <dcterms:created xsi:type="dcterms:W3CDTF">2026-01-21T14:23:12Z</dcterms:created>
  <dcterms:modified xsi:type="dcterms:W3CDTF">2026-01-21T18:58:28Z</dcterms:modified>
</cp:coreProperties>
</file>